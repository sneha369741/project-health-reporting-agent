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300" b="0" i="0" u="none" strike="noStrike">
                <a:solidFill>
                  <a:srgbClr val="000000"/>
                </a:solidFill>
                <a:latin typeface="Arial"/>
              </a:rPr>
              <a:t>Meridian: task RAG mix (PM status = Green)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Red-tagged tasks</c:v>
                </c:pt>
              </c:strCache>
            </c:strRef>
          </c:tx>
          <c:spPr>
            <a:solidFill>
              <a:srgbClr val="C0362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Meridian</c:v>
                  </c:pt>
                </c:lvl>
              </c:multiLvlStrCache>
            </c:multiLvl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60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Yellow-tagged tasks</c:v>
                </c:pt>
              </c:strCache>
            </c:strRef>
          </c:tx>
          <c:spPr>
            <a:solidFill>
              <a:srgbClr val="D98E0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Meridian</c:v>
                  </c:pt>
                </c:lvl>
              </c:multiLvlStrCache>
            </c:multiLvl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146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Green-tagged tasks</c:v>
                </c:pt>
              </c:strCache>
            </c:strRef>
          </c:tx>
          <c:spPr>
            <a:solidFill>
              <a:srgbClr val="1E7145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Sheet1!$A$2:$A$2</c:f>
              <c:multiLvlStrCache>
                <c:ptCount val="1"/>
                <c:lvl>
                  <c:pt idx="0">
                    <c:v>Meridian</c:v>
                  </c:pt>
                </c:lvl>
              </c:multiLvlStrCache>
            </c:multiLvl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121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Monthly Portfolio Health Review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Services — Client Implementation Portfolio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822960" y="3977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2026  |  Prepared for Executive Review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Portfolio Snapshot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active implementations — one Amber, one Red. Neither is Green this month.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074920" cy="420624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764792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Meridian S2P Implementation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237744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PM: Arjun Mehta  |  Stage: Configuration &amp; Build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68680" y="288036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8E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AMBER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score: 68.9/100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3931920"/>
            <a:ext cx="4434840" cy="256032"/>
          </a:xfrm>
          <a:prstGeom prst="roundRect">
            <a:avLst>
              <a:gd name="adj" fmla="val 50000"/>
            </a:avLst>
          </a:prstGeom>
          <a:solidFill>
            <a:srgbClr val="E4E7F0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931920"/>
            <a:ext cx="3148736" cy="25603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422452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71% complete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8680" y="466344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493776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Ahead on completion %, but critical-path tasks are slipping ~47 days on average — the schedule tag doesn't yet reflect it.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080760" y="1508760"/>
            <a:ext cx="5074920" cy="420624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0" y="1764792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Solvara S2P Implementation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00800" y="237744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PM: Rohan Kapoor  |  Stage: Training Phase 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400800" y="2880360"/>
            <a:ext cx="4434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0362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400800" y="3429000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score: 45.5/100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400800" y="3931920"/>
            <a:ext cx="4434840" cy="256032"/>
          </a:xfrm>
          <a:prstGeom prst="roundRect">
            <a:avLst>
              <a:gd name="adj" fmla="val 50000"/>
            </a:avLst>
          </a:prstGeom>
          <a:solidFill>
            <a:srgbClr val="E4E7F0"/>
          </a:solidFill>
          <a:ln/>
        </p:spPr>
      </p:sp>
      <p:sp>
        <p:nvSpPr>
          <p:cNvPr id="20" name="Shape 18"/>
          <p:cNvSpPr/>
          <p:nvPr/>
        </p:nvSpPr>
        <p:spPr>
          <a:xfrm>
            <a:off x="6400800" y="3931920"/>
            <a:ext cx="1951330" cy="256032"/>
          </a:xfrm>
          <a:prstGeom prst="roundRect">
            <a:avLst>
              <a:gd name="adj" fmla="val 50000"/>
            </a:avLst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4224528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complete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00800" y="4663440"/>
            <a:ext cx="4434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line: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4937760"/>
            <a:ext cx="44348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the planned pace (44% done vs 59% of time elapsed) with a Red PM-reported schedule status.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Professional Services  |  Confidential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Trend: PM-Reported Status Understates Ground-Level Risk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both projects, the task-level data tells a more cautious story than the top-line status field.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9164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89320" y="1691640"/>
            <a:ext cx="5669280" cy="3200400"/>
          </a:xfrm>
          <a:prstGeom prst="roundRect">
            <a:avLst>
              <a:gd name="adj" fmla="val 2286"/>
            </a:avLst>
          </a:prstGeom>
          <a:solidFill>
            <a:srgbClr val="F7F8FC"/>
          </a:solidFill>
          <a:ln/>
        </p:spPr>
      </p:sp>
      <p:sp>
        <p:nvSpPr>
          <p:cNvPr id="6" name="Text 3"/>
          <p:cNvSpPr/>
          <p:nvPr/>
        </p:nvSpPr>
        <p:spPr>
          <a:xfrm>
            <a:off x="6309360" y="1874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numbers show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309360" y="2331720"/>
            <a:ext cx="502920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Meridian's project-level Schedule Health is reported Green, but 206 of 327 tagged tasks (63%) sit at Yellow or Red, and critical-path tasks are slipping ~47 days on average.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Solvara carries no On Hold tasks or blocker flags at the task level, yet is 15 points behind its planned pace and self-reports Red — the opposite gap direction.</a:t>
            </a:r>
            <a:endParaRPr lang="en-US" sz="1250" dirty="0"/>
          </a:p>
          <a:p>
            <a:pPr marL="342900" indent="-342900">
              <a:lnSpc>
                <a:spcPct val="115000"/>
              </a:lnSpc>
              <a:buSzPct val="100000"/>
              <a:buChar char="•"/>
            </a:pPr>
            <a:r>
              <a:rPr lang="en-US" sz="1250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Pattern: top-line RAG fields move on PM judgment calls; task-level signals move independently and sometimes lead them by weeks.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Professional Services  |  Confidential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Emerging Risks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patterns to watch over the next reporting cycle.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02920" y="155448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325880" y="16002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Critical-path erosion is invisible at the summary level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325880" y="198424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Meridian's critical-path tasks are slipping an average of 47 days while the project-level tag stays Green. If uncorrected, this gap surfaces as a missed go-live date with no early warning.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502920" y="297180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325880" y="301752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sign-off is the recurring blocker language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1325880" y="340156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Comment text on both projects clusters around "pending," "TBD," and "awaiting sign-off" — almost always attributed to the client side, not Zycus delivery capacity.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02920" y="43891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1325880" y="443484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Solvara's pace deficit is widening without a matching blocker count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25880" y="4818888"/>
            <a:ext cx="10241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44% complete against 59% of elapsed time, with zero flagged blockers — the shortfall looks like scope, resourcing, or engagement pace rather than a single stuck task.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Professional Services  |  Confidential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2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896112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executive attention will have the most leverage this month.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200400" cy="310896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822960" y="246888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critical-path variance, not just the summary tag, in weekly PM reporting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Closes the Green-status / Red-reality gap seen on Meridian before it becomes a date slip.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114800" y="1691640"/>
            <a:ext cx="3200400" cy="310896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9" name="Text 7"/>
          <p:cNvSpPr/>
          <p:nvPr/>
        </p:nvSpPr>
        <p:spPr>
          <a:xfrm>
            <a:off x="4389120" y="1920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389120" y="246888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outstanding client sign-offs directly with Solvara and Meridian sponsors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4389120" y="365760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projects' blockers trace back to client-side approvals — a sponsor-level nudge outperforms PM-level follow-up.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680960" y="1691640"/>
            <a:ext cx="3200400" cy="3108960"/>
          </a:xfrm>
          <a:prstGeom prst="rect">
            <a:avLst/>
          </a:prstGeom>
          <a:solidFill>
            <a:srgbClr val="F7F8FC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0" y="1920240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955280" y="246888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F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 Solvara's delivery pace conversation this week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7955280" y="3657600"/>
            <a:ext cx="2651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15-point pace deficit with no active blockers points to a capacity or scope conversation, not a task fix.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Zycus Professional Services  |  Confidential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858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 Steps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822960" y="164592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17320" y="169164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report regenerates automatically each week directly from the live project plans — no manual chasing required.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22960" y="260604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417320" y="265176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sponsors receive the Meridian critical-path variance and Solvara pace numbers ahead of next steering call.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640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3611880"/>
            <a:ext cx="9875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Escalation owners follow up on outstanding client sign-offs within 5 business days.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61722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the Project Health Reporting Agent  |  Professional Services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Monthly Portfolio Health Review</dc:title>
  <dc:subject>PptxGenJS Presentation</dc:subject>
  <dc:creator>Professional Services</dc:creator>
  <cp:lastModifiedBy>Professional Services</cp:lastModifiedBy>
  <cp:revision>1</cp:revision>
  <dcterms:created xsi:type="dcterms:W3CDTF">2026-07-09T07:19:48Z</dcterms:created>
  <dcterms:modified xsi:type="dcterms:W3CDTF">2026-07-09T07:19:48Z</dcterms:modified>
</cp:coreProperties>
</file>